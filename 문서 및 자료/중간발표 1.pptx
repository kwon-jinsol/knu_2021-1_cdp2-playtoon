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5"/>
  </p:notesMasterIdLst>
  <p:handoutMasterIdLst>
    <p:handoutMasterId r:id="rId16"/>
  </p:handoutMasterIdLst>
  <p:sldIdLst>
    <p:sldId id="257" r:id="rId2"/>
    <p:sldId id="258" r:id="rId3"/>
    <p:sldId id="268" r:id="rId4"/>
    <p:sldId id="270" r:id="rId5"/>
    <p:sldId id="271" r:id="rId6"/>
    <p:sldId id="272" r:id="rId7"/>
    <p:sldId id="263" r:id="rId8"/>
    <p:sldId id="264" r:id="rId9"/>
    <p:sldId id="265" r:id="rId10"/>
    <p:sldId id="266" r:id="rId11"/>
    <p:sldId id="267" r:id="rId12"/>
    <p:sldId id="262" r:id="rId13"/>
    <p:sldId id="269" r:id="rId14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E81C1D-23AD-4351-835D-566DEE012E62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F35C30B-4C52-41A3-B595-ABF56DB50956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altLang="ko-KR" dirty="0">
              <a:latin typeface="HY강M" panose="02030600000101010101" pitchFamily="18" charset="-127"/>
              <a:ea typeface="HY강M" panose="02030600000101010101" pitchFamily="18" charset="-127"/>
            </a:rPr>
            <a:t>1. </a:t>
          </a:r>
          <a:r>
            <a:rPr lang="ko-KR" dirty="0">
              <a:latin typeface="HY강M" panose="02030600000101010101" pitchFamily="18" charset="-127"/>
              <a:ea typeface="HY강M" panose="02030600000101010101" pitchFamily="18" charset="-127"/>
            </a:rPr>
            <a:t>프로젝트 분석 및 설계 내용</a:t>
          </a:r>
          <a:endParaRPr lang="en-US" dirty="0">
            <a:latin typeface="HY강M" panose="02030600000101010101" pitchFamily="18" charset="-127"/>
            <a:ea typeface="HY강M" panose="02030600000101010101" pitchFamily="18" charset="-127"/>
          </a:endParaRPr>
        </a:p>
      </dgm:t>
    </dgm:pt>
    <dgm:pt modelId="{FE9D0354-962A-4E52-A6DD-7A337882E7B7}" type="parTrans" cxnId="{7799BB36-B441-47D8-91DD-593B88D79709}">
      <dgm:prSet/>
      <dgm:spPr/>
      <dgm:t>
        <a:bodyPr/>
        <a:lstStyle/>
        <a:p>
          <a:endParaRPr lang="en-US"/>
        </a:p>
      </dgm:t>
    </dgm:pt>
    <dgm:pt modelId="{7FEFEC91-D07C-495B-9FC0-DDDE710C9B82}" type="sibTrans" cxnId="{7799BB36-B441-47D8-91DD-593B88D79709}">
      <dgm:prSet/>
      <dgm:spPr/>
      <dgm:t>
        <a:bodyPr/>
        <a:lstStyle/>
        <a:p>
          <a:endParaRPr lang="en-US"/>
        </a:p>
      </dgm:t>
    </dgm:pt>
    <dgm:pt modelId="{DA0F9CD1-913D-4EAD-9624-4EA028F6275A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altLang="ko-KR" dirty="0">
              <a:latin typeface="HY강M" panose="02030600000101010101" pitchFamily="18" charset="-127"/>
              <a:ea typeface="HY강M" panose="02030600000101010101" pitchFamily="18" charset="-127"/>
            </a:rPr>
            <a:t>2. </a:t>
          </a:r>
          <a:r>
            <a:rPr lang="ko-KR" dirty="0">
              <a:latin typeface="HY강M" panose="02030600000101010101" pitchFamily="18" charset="-127"/>
              <a:ea typeface="HY강M" panose="02030600000101010101" pitchFamily="18" charset="-127"/>
            </a:rPr>
            <a:t>진행상황</a:t>
          </a:r>
          <a:endParaRPr lang="en-US" dirty="0">
            <a:latin typeface="HY강M" panose="02030600000101010101" pitchFamily="18" charset="-127"/>
            <a:ea typeface="HY강M" panose="02030600000101010101" pitchFamily="18" charset="-127"/>
          </a:endParaRPr>
        </a:p>
      </dgm:t>
    </dgm:pt>
    <dgm:pt modelId="{FF7DDB81-0131-4962-8989-75F0A36A7121}" type="parTrans" cxnId="{7B2CCF03-A33D-4D65-A3C0-1CDC1954E210}">
      <dgm:prSet/>
      <dgm:spPr/>
      <dgm:t>
        <a:bodyPr/>
        <a:lstStyle/>
        <a:p>
          <a:endParaRPr lang="en-US"/>
        </a:p>
      </dgm:t>
    </dgm:pt>
    <dgm:pt modelId="{80B6BC74-DCDC-4AA8-B132-93506DA0D082}" type="sibTrans" cxnId="{7B2CCF03-A33D-4D65-A3C0-1CDC1954E210}">
      <dgm:prSet/>
      <dgm:spPr/>
      <dgm:t>
        <a:bodyPr/>
        <a:lstStyle/>
        <a:p>
          <a:endParaRPr lang="en-US"/>
        </a:p>
      </dgm:t>
    </dgm:pt>
    <dgm:pt modelId="{B1FF3229-73AF-4E0C-A0B8-F35BB0EB7249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altLang="ko-KR" dirty="0">
              <a:latin typeface="HY강M" panose="02030600000101010101" pitchFamily="18" charset="-127"/>
              <a:ea typeface="HY강M" panose="02030600000101010101" pitchFamily="18" charset="-127"/>
            </a:rPr>
            <a:t>3. </a:t>
          </a:r>
          <a:r>
            <a:rPr lang="ko-KR" dirty="0">
              <a:latin typeface="HY강M" panose="02030600000101010101" pitchFamily="18" charset="-127"/>
              <a:ea typeface="HY강M" panose="02030600000101010101" pitchFamily="18" charset="-127"/>
            </a:rPr>
            <a:t>이슈 및 해결방안</a:t>
          </a:r>
          <a:endParaRPr lang="en-US" dirty="0">
            <a:latin typeface="HY강M" panose="02030600000101010101" pitchFamily="18" charset="-127"/>
            <a:ea typeface="HY강M" panose="02030600000101010101" pitchFamily="18" charset="-127"/>
          </a:endParaRPr>
        </a:p>
      </dgm:t>
    </dgm:pt>
    <dgm:pt modelId="{619DF516-DF7F-4393-80B7-0BAFF0F5E60A}" type="parTrans" cxnId="{27CEA6A4-2368-4EB3-82B7-1E0EDA782B67}">
      <dgm:prSet/>
      <dgm:spPr/>
      <dgm:t>
        <a:bodyPr/>
        <a:lstStyle/>
        <a:p>
          <a:endParaRPr lang="en-US"/>
        </a:p>
      </dgm:t>
    </dgm:pt>
    <dgm:pt modelId="{47201806-AB01-47A5-9152-E2A09309096A}" type="sibTrans" cxnId="{27CEA6A4-2368-4EB3-82B7-1E0EDA782B67}">
      <dgm:prSet/>
      <dgm:spPr/>
      <dgm:t>
        <a:bodyPr/>
        <a:lstStyle/>
        <a:p>
          <a:endParaRPr lang="en-US"/>
        </a:p>
      </dgm:t>
    </dgm:pt>
    <dgm:pt modelId="{55EED433-BB56-4A54-AA12-DDF89B182842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altLang="ko-KR" dirty="0">
              <a:latin typeface="HY강M" panose="02030600000101010101" pitchFamily="18" charset="-127"/>
              <a:ea typeface="HY강M" panose="02030600000101010101" pitchFamily="18" charset="-127"/>
            </a:rPr>
            <a:t>4. </a:t>
          </a:r>
          <a:r>
            <a:rPr lang="ko-KR" dirty="0">
              <a:latin typeface="HY강M" panose="02030600000101010101" pitchFamily="18" charset="-127"/>
              <a:ea typeface="HY강M" panose="02030600000101010101" pitchFamily="18" charset="-127"/>
            </a:rPr>
            <a:t>추후 일정</a:t>
          </a:r>
          <a:endParaRPr lang="en-US" dirty="0">
            <a:latin typeface="HY강M" panose="02030600000101010101" pitchFamily="18" charset="-127"/>
            <a:ea typeface="HY강M" panose="02030600000101010101" pitchFamily="18" charset="-127"/>
          </a:endParaRPr>
        </a:p>
      </dgm:t>
    </dgm:pt>
    <dgm:pt modelId="{18FDB5E9-E533-44E0-B439-5FD6E4252B46}" type="parTrans" cxnId="{B3F5CC8C-C7B6-4A8B-B2BA-7FE2B4B9DC43}">
      <dgm:prSet/>
      <dgm:spPr/>
      <dgm:t>
        <a:bodyPr/>
        <a:lstStyle/>
        <a:p>
          <a:endParaRPr lang="en-US"/>
        </a:p>
      </dgm:t>
    </dgm:pt>
    <dgm:pt modelId="{309ED1EF-CA5B-4295-A310-4216F1BC68D6}" type="sibTrans" cxnId="{B3F5CC8C-C7B6-4A8B-B2BA-7FE2B4B9DC43}">
      <dgm:prSet/>
      <dgm:spPr/>
      <dgm:t>
        <a:bodyPr/>
        <a:lstStyle/>
        <a:p>
          <a:endParaRPr lang="en-US"/>
        </a:p>
      </dgm:t>
    </dgm:pt>
    <dgm:pt modelId="{83CF60DF-A6B5-4BFD-A8C4-8730CDC80D96}" type="pres">
      <dgm:prSet presAssocID="{40E81C1D-23AD-4351-835D-566DEE012E62}" presName="linear" presStyleCnt="0">
        <dgm:presLayoutVars>
          <dgm:animLvl val="lvl"/>
          <dgm:resizeHandles val="exact"/>
        </dgm:presLayoutVars>
      </dgm:prSet>
      <dgm:spPr/>
    </dgm:pt>
    <dgm:pt modelId="{8077C4A5-3A24-4DAD-A0E6-36AF08239098}" type="pres">
      <dgm:prSet presAssocID="{1F35C30B-4C52-41A3-B595-ABF56DB50956}" presName="parentText" presStyleLbl="node1" presStyleIdx="0" presStyleCnt="4" custScaleY="16346" custLinFactY="-3293" custLinFactNeighborY="-100000">
        <dgm:presLayoutVars>
          <dgm:chMax val="0"/>
          <dgm:bulletEnabled val="1"/>
        </dgm:presLayoutVars>
      </dgm:prSet>
      <dgm:spPr/>
    </dgm:pt>
    <dgm:pt modelId="{20F7DC22-4EF7-4DB5-BB65-34626681DB62}" type="pres">
      <dgm:prSet presAssocID="{7FEFEC91-D07C-495B-9FC0-DDDE710C9B82}" presName="spacer" presStyleCnt="0"/>
      <dgm:spPr/>
    </dgm:pt>
    <dgm:pt modelId="{82A37AD1-6A83-49CB-B06F-850F5DD6F415}" type="pres">
      <dgm:prSet presAssocID="{DA0F9CD1-913D-4EAD-9624-4EA028F6275A}" presName="parentText" presStyleLbl="node1" presStyleIdx="1" presStyleCnt="4" custScaleY="16346" custLinFactNeighborX="-168" custLinFactNeighborY="-83768">
        <dgm:presLayoutVars>
          <dgm:chMax val="0"/>
          <dgm:bulletEnabled val="1"/>
        </dgm:presLayoutVars>
      </dgm:prSet>
      <dgm:spPr/>
    </dgm:pt>
    <dgm:pt modelId="{1DBABA87-3162-40FC-AD18-89B8DCD2CCF0}" type="pres">
      <dgm:prSet presAssocID="{80B6BC74-DCDC-4AA8-B132-93506DA0D082}" presName="spacer" presStyleCnt="0"/>
      <dgm:spPr/>
    </dgm:pt>
    <dgm:pt modelId="{1FF60277-A126-4CD2-B77A-408D47B64A7D}" type="pres">
      <dgm:prSet presAssocID="{B1FF3229-73AF-4E0C-A0B8-F35BB0EB7249}" presName="parentText" presStyleLbl="node1" presStyleIdx="2" presStyleCnt="4" custScaleY="16346" custLinFactNeighborY="77260">
        <dgm:presLayoutVars>
          <dgm:chMax val="0"/>
          <dgm:bulletEnabled val="1"/>
        </dgm:presLayoutVars>
      </dgm:prSet>
      <dgm:spPr/>
    </dgm:pt>
    <dgm:pt modelId="{572FCD3B-53A1-485A-B848-7E3FB3DE6895}" type="pres">
      <dgm:prSet presAssocID="{47201806-AB01-47A5-9152-E2A09309096A}" presName="spacer" presStyleCnt="0"/>
      <dgm:spPr/>
    </dgm:pt>
    <dgm:pt modelId="{049BD820-DBFC-41C5-A5CA-CB2C83952A96}" type="pres">
      <dgm:prSet presAssocID="{55EED433-BB56-4A54-AA12-DDF89B182842}" presName="parentText" presStyleLbl="node1" presStyleIdx="3" presStyleCnt="4" custScaleY="16346" custLinFactY="6524" custLinFactNeighborY="100000">
        <dgm:presLayoutVars>
          <dgm:chMax val="0"/>
          <dgm:bulletEnabled val="1"/>
        </dgm:presLayoutVars>
      </dgm:prSet>
      <dgm:spPr/>
    </dgm:pt>
  </dgm:ptLst>
  <dgm:cxnLst>
    <dgm:cxn modelId="{7B2CCF03-A33D-4D65-A3C0-1CDC1954E210}" srcId="{40E81C1D-23AD-4351-835D-566DEE012E62}" destId="{DA0F9CD1-913D-4EAD-9624-4EA028F6275A}" srcOrd="1" destOrd="0" parTransId="{FF7DDB81-0131-4962-8989-75F0A36A7121}" sibTransId="{80B6BC74-DCDC-4AA8-B132-93506DA0D082}"/>
    <dgm:cxn modelId="{7799BB36-B441-47D8-91DD-593B88D79709}" srcId="{40E81C1D-23AD-4351-835D-566DEE012E62}" destId="{1F35C30B-4C52-41A3-B595-ABF56DB50956}" srcOrd="0" destOrd="0" parTransId="{FE9D0354-962A-4E52-A6DD-7A337882E7B7}" sibTransId="{7FEFEC91-D07C-495B-9FC0-DDDE710C9B82}"/>
    <dgm:cxn modelId="{3E46043F-B07D-4090-B187-C81F20494CB9}" type="presOf" srcId="{1F35C30B-4C52-41A3-B595-ABF56DB50956}" destId="{8077C4A5-3A24-4DAD-A0E6-36AF08239098}" srcOrd="0" destOrd="0" presId="urn:microsoft.com/office/officeart/2005/8/layout/vList2"/>
    <dgm:cxn modelId="{7322DF43-9388-41A2-8118-6ED9E0AE2B4C}" type="presOf" srcId="{55EED433-BB56-4A54-AA12-DDF89B182842}" destId="{049BD820-DBFC-41C5-A5CA-CB2C83952A96}" srcOrd="0" destOrd="0" presId="urn:microsoft.com/office/officeart/2005/8/layout/vList2"/>
    <dgm:cxn modelId="{B3F5CC8C-C7B6-4A8B-B2BA-7FE2B4B9DC43}" srcId="{40E81C1D-23AD-4351-835D-566DEE012E62}" destId="{55EED433-BB56-4A54-AA12-DDF89B182842}" srcOrd="3" destOrd="0" parTransId="{18FDB5E9-E533-44E0-B439-5FD6E4252B46}" sibTransId="{309ED1EF-CA5B-4295-A310-4216F1BC68D6}"/>
    <dgm:cxn modelId="{27CEA6A4-2368-4EB3-82B7-1E0EDA782B67}" srcId="{40E81C1D-23AD-4351-835D-566DEE012E62}" destId="{B1FF3229-73AF-4E0C-A0B8-F35BB0EB7249}" srcOrd="2" destOrd="0" parTransId="{619DF516-DF7F-4393-80B7-0BAFF0F5E60A}" sibTransId="{47201806-AB01-47A5-9152-E2A09309096A}"/>
    <dgm:cxn modelId="{71081AC3-9F3C-4DF0-ACFE-33008D5BE5EF}" type="presOf" srcId="{40E81C1D-23AD-4351-835D-566DEE012E62}" destId="{83CF60DF-A6B5-4BFD-A8C4-8730CDC80D96}" srcOrd="0" destOrd="0" presId="urn:microsoft.com/office/officeart/2005/8/layout/vList2"/>
    <dgm:cxn modelId="{A26388C4-B0FA-4140-919E-117CBA868D7C}" type="presOf" srcId="{DA0F9CD1-913D-4EAD-9624-4EA028F6275A}" destId="{82A37AD1-6A83-49CB-B06F-850F5DD6F415}" srcOrd="0" destOrd="0" presId="urn:microsoft.com/office/officeart/2005/8/layout/vList2"/>
    <dgm:cxn modelId="{AB66C0D1-5CFE-4739-92DB-BEA738A0BC48}" type="presOf" srcId="{B1FF3229-73AF-4E0C-A0B8-F35BB0EB7249}" destId="{1FF60277-A126-4CD2-B77A-408D47B64A7D}" srcOrd="0" destOrd="0" presId="urn:microsoft.com/office/officeart/2005/8/layout/vList2"/>
    <dgm:cxn modelId="{72538CE9-1304-4771-ABF7-E69C8181192A}" type="presParOf" srcId="{83CF60DF-A6B5-4BFD-A8C4-8730CDC80D96}" destId="{8077C4A5-3A24-4DAD-A0E6-36AF08239098}" srcOrd="0" destOrd="0" presId="urn:microsoft.com/office/officeart/2005/8/layout/vList2"/>
    <dgm:cxn modelId="{BAA3E799-C7F1-47DA-803E-618B746CE6CE}" type="presParOf" srcId="{83CF60DF-A6B5-4BFD-A8C4-8730CDC80D96}" destId="{20F7DC22-4EF7-4DB5-BB65-34626681DB62}" srcOrd="1" destOrd="0" presId="urn:microsoft.com/office/officeart/2005/8/layout/vList2"/>
    <dgm:cxn modelId="{F6755568-B00D-4270-89BC-B186A02BBE04}" type="presParOf" srcId="{83CF60DF-A6B5-4BFD-A8C4-8730CDC80D96}" destId="{82A37AD1-6A83-49CB-B06F-850F5DD6F415}" srcOrd="2" destOrd="0" presId="urn:microsoft.com/office/officeart/2005/8/layout/vList2"/>
    <dgm:cxn modelId="{3C64C5C8-C9DB-4F00-8717-1A4410726BDE}" type="presParOf" srcId="{83CF60DF-A6B5-4BFD-A8C4-8730CDC80D96}" destId="{1DBABA87-3162-40FC-AD18-89B8DCD2CCF0}" srcOrd="3" destOrd="0" presId="urn:microsoft.com/office/officeart/2005/8/layout/vList2"/>
    <dgm:cxn modelId="{3D1D53C5-CBAF-4856-9454-AD3493C7BBAF}" type="presParOf" srcId="{83CF60DF-A6B5-4BFD-A8C4-8730CDC80D96}" destId="{1FF60277-A126-4CD2-B77A-408D47B64A7D}" srcOrd="4" destOrd="0" presId="urn:microsoft.com/office/officeart/2005/8/layout/vList2"/>
    <dgm:cxn modelId="{10C59EA1-3EE2-4CDE-A9C6-D2C1D495C0E2}" type="presParOf" srcId="{83CF60DF-A6B5-4BFD-A8C4-8730CDC80D96}" destId="{572FCD3B-53A1-485A-B848-7E3FB3DE6895}" srcOrd="5" destOrd="0" presId="urn:microsoft.com/office/officeart/2005/8/layout/vList2"/>
    <dgm:cxn modelId="{4F6D53D8-7149-46EA-A179-3124058EDDDD}" type="presParOf" srcId="{83CF60DF-A6B5-4BFD-A8C4-8730CDC80D96}" destId="{049BD820-DBFC-41C5-A5CA-CB2C83952A9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4748B5-774D-4E12-9B31-BE20AA0E521F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A773BEF-F094-46D7-A5CF-FC4164D5A67B}">
      <dgm:prSet/>
      <dgm:spPr/>
      <dgm:t>
        <a:bodyPr/>
        <a:lstStyle/>
        <a:p>
          <a:r>
            <a:rPr lang="ko-KR">
              <a:latin typeface="HY강M" panose="02030600000101010101" pitchFamily="18" charset="-127"/>
              <a:ea typeface="HY강M" panose="02030600000101010101" pitchFamily="18" charset="-127"/>
            </a:rPr>
            <a:t>회사측 </a:t>
          </a:r>
          <a:r>
            <a:rPr lang="en-US" altLang="ko-KR" err="1">
              <a:latin typeface="HY강M" panose="02030600000101010101" pitchFamily="18" charset="-127"/>
              <a:ea typeface="HY강M" panose="02030600000101010101" pitchFamily="18" charset="-127"/>
            </a:rPr>
            <a:t>G</a:t>
          </a:r>
          <a:r>
            <a:rPr lang="en-US" err="1">
              <a:latin typeface="HY강M" panose="02030600000101010101" pitchFamily="18" charset="-127"/>
              <a:ea typeface="HY강M" panose="02030600000101010101" pitchFamily="18" charset="-127"/>
            </a:rPr>
            <a:t>ithub</a:t>
          </a:r>
          <a:r>
            <a:rPr lang="ko-KR">
              <a:latin typeface="HY강M" panose="02030600000101010101" pitchFamily="18" charset="-127"/>
              <a:ea typeface="HY강M" panose="02030600000101010101" pitchFamily="18" charset="-127"/>
            </a:rPr>
            <a:t>가 </a:t>
          </a:r>
          <a:r>
            <a:rPr lang="en-US">
              <a:latin typeface="HY강M" panose="02030600000101010101" pitchFamily="18" charset="-127"/>
              <a:ea typeface="HY강M" panose="02030600000101010101" pitchFamily="18" charset="-127"/>
            </a:rPr>
            <a:t>private</a:t>
          </a:r>
          <a:r>
            <a:rPr lang="ko-KR" altLang="en-US">
              <a:latin typeface="HY강M" panose="02030600000101010101" pitchFamily="18" charset="-127"/>
              <a:ea typeface="HY강M" panose="02030600000101010101" pitchFamily="18" charset="-127"/>
            </a:rPr>
            <a:t>이</a:t>
          </a:r>
          <a:r>
            <a:rPr lang="ko-KR">
              <a:latin typeface="HY강M" panose="02030600000101010101" pitchFamily="18" charset="-127"/>
              <a:ea typeface="HY강M" panose="02030600000101010101" pitchFamily="18" charset="-127"/>
            </a:rPr>
            <a:t>라서 인원제한으로 팀원 모두가 다같이 공유할 수 없음</a:t>
          </a:r>
          <a:endParaRPr lang="en-US">
            <a:latin typeface="HY강M" panose="02030600000101010101" pitchFamily="18" charset="-127"/>
            <a:ea typeface="HY강M" panose="02030600000101010101" pitchFamily="18" charset="-127"/>
          </a:endParaRPr>
        </a:p>
      </dgm:t>
    </dgm:pt>
    <dgm:pt modelId="{89437165-D18F-4F0A-B253-FBB82B53B17D}" type="parTrans" cxnId="{7320C64C-1FB5-444E-8BDA-85DBA874B619}">
      <dgm:prSet/>
      <dgm:spPr/>
      <dgm:t>
        <a:bodyPr/>
        <a:lstStyle/>
        <a:p>
          <a:endParaRPr lang="en-US"/>
        </a:p>
      </dgm:t>
    </dgm:pt>
    <dgm:pt modelId="{F3A8FFFD-53FF-4C76-A6DF-E416553D05CD}" type="sibTrans" cxnId="{7320C64C-1FB5-444E-8BDA-85DBA874B619}">
      <dgm:prSet/>
      <dgm:spPr/>
      <dgm:t>
        <a:bodyPr/>
        <a:lstStyle/>
        <a:p>
          <a:endParaRPr lang="en-US"/>
        </a:p>
      </dgm:t>
    </dgm:pt>
    <dgm:pt modelId="{C516EB3F-B8CF-455A-BC52-D74F02E87C41}">
      <dgm:prSet/>
      <dgm:spPr/>
      <dgm:t>
        <a:bodyPr/>
        <a:lstStyle/>
        <a:p>
          <a:r>
            <a:rPr lang="ko-KR"/>
            <a:t> </a:t>
          </a:r>
          <a:r>
            <a:rPr lang="ko-KR">
              <a:latin typeface="HY강M" panose="02030600000101010101" pitchFamily="18" charset="-127"/>
              <a:ea typeface="HY강M" panose="02030600000101010101" pitchFamily="18" charset="-127"/>
            </a:rPr>
            <a:t>멘토님께서 다시 회사측과 논의 후 알려주신다고 함</a:t>
          </a:r>
          <a:endParaRPr lang="en-US">
            <a:latin typeface="HY강M" panose="02030600000101010101" pitchFamily="18" charset="-127"/>
            <a:ea typeface="HY강M" panose="02030600000101010101" pitchFamily="18" charset="-127"/>
          </a:endParaRPr>
        </a:p>
      </dgm:t>
    </dgm:pt>
    <dgm:pt modelId="{63CABDF6-3319-44F3-BDFB-6ED8C60F7DE3}" type="parTrans" cxnId="{BECA2D51-85C5-499E-99F9-5B61F7266A7E}">
      <dgm:prSet/>
      <dgm:spPr/>
      <dgm:t>
        <a:bodyPr/>
        <a:lstStyle/>
        <a:p>
          <a:endParaRPr lang="en-US"/>
        </a:p>
      </dgm:t>
    </dgm:pt>
    <dgm:pt modelId="{8A7C30FE-6A94-4DF9-814C-F9593435A2CE}" type="sibTrans" cxnId="{BECA2D51-85C5-499E-99F9-5B61F7266A7E}">
      <dgm:prSet/>
      <dgm:spPr/>
      <dgm:t>
        <a:bodyPr/>
        <a:lstStyle/>
        <a:p>
          <a:endParaRPr lang="en-US"/>
        </a:p>
      </dgm:t>
    </dgm:pt>
    <dgm:pt modelId="{3C7AB732-69D6-420E-BBFC-C29E4D58055B}" type="pres">
      <dgm:prSet presAssocID="{194748B5-774D-4E12-9B31-BE20AA0E521F}" presName="root" presStyleCnt="0">
        <dgm:presLayoutVars>
          <dgm:dir/>
          <dgm:resizeHandles val="exact"/>
        </dgm:presLayoutVars>
      </dgm:prSet>
      <dgm:spPr/>
    </dgm:pt>
    <dgm:pt modelId="{4444C17D-5720-497E-858F-B34FE6FC932A}" type="pres">
      <dgm:prSet presAssocID="{FA773BEF-F094-46D7-A5CF-FC4164D5A67B}" presName="compNode" presStyleCnt="0"/>
      <dgm:spPr/>
    </dgm:pt>
    <dgm:pt modelId="{CEECFB39-EDE0-49B0-8ACB-460F274D7022}" type="pres">
      <dgm:prSet presAssocID="{FA773BEF-F094-46D7-A5CF-FC4164D5A67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연결 단색으로 채워진"/>
        </a:ext>
      </dgm:extLst>
    </dgm:pt>
    <dgm:pt modelId="{80C01D76-E885-487E-A0DF-B42E6A1749B5}" type="pres">
      <dgm:prSet presAssocID="{FA773BEF-F094-46D7-A5CF-FC4164D5A67B}" presName="spaceRect" presStyleCnt="0"/>
      <dgm:spPr/>
    </dgm:pt>
    <dgm:pt modelId="{AAA17090-E238-4FEF-8647-88D8D4D70735}" type="pres">
      <dgm:prSet presAssocID="{FA773BEF-F094-46D7-A5CF-FC4164D5A67B}" presName="textRect" presStyleLbl="revTx" presStyleIdx="0" presStyleCnt="2">
        <dgm:presLayoutVars>
          <dgm:chMax val="1"/>
          <dgm:chPref val="1"/>
        </dgm:presLayoutVars>
      </dgm:prSet>
      <dgm:spPr/>
    </dgm:pt>
    <dgm:pt modelId="{EDA15187-83D6-44A3-87B5-891C7C47171C}" type="pres">
      <dgm:prSet presAssocID="{F3A8FFFD-53FF-4C76-A6DF-E416553D05CD}" presName="sibTrans" presStyleCnt="0"/>
      <dgm:spPr/>
    </dgm:pt>
    <dgm:pt modelId="{8521A7E7-EC65-4512-8B02-CF9F2CD13C06}" type="pres">
      <dgm:prSet presAssocID="{C516EB3F-B8CF-455A-BC52-D74F02E87C41}" presName="compNode" presStyleCnt="0"/>
      <dgm:spPr/>
    </dgm:pt>
    <dgm:pt modelId="{3D506A0D-92FD-4B29-B219-B589FFA48771}" type="pres">
      <dgm:prSet presAssocID="{C516EB3F-B8CF-455A-BC52-D74F02E87C4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채팅"/>
        </a:ext>
      </dgm:extLst>
    </dgm:pt>
    <dgm:pt modelId="{D0564037-A47C-4439-B384-AD4C9901B6C2}" type="pres">
      <dgm:prSet presAssocID="{C516EB3F-B8CF-455A-BC52-D74F02E87C41}" presName="spaceRect" presStyleCnt="0"/>
      <dgm:spPr/>
    </dgm:pt>
    <dgm:pt modelId="{E6B319FD-2018-40BE-9545-B20197DF3994}" type="pres">
      <dgm:prSet presAssocID="{C516EB3F-B8CF-455A-BC52-D74F02E87C4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A335C16-28D2-4AF5-8A33-673F8B162176}" type="presOf" srcId="{FA773BEF-F094-46D7-A5CF-FC4164D5A67B}" destId="{AAA17090-E238-4FEF-8647-88D8D4D70735}" srcOrd="0" destOrd="0" presId="urn:microsoft.com/office/officeart/2018/2/layout/IconLabelList"/>
    <dgm:cxn modelId="{7320C64C-1FB5-444E-8BDA-85DBA874B619}" srcId="{194748B5-774D-4E12-9B31-BE20AA0E521F}" destId="{FA773BEF-F094-46D7-A5CF-FC4164D5A67B}" srcOrd="0" destOrd="0" parTransId="{89437165-D18F-4F0A-B253-FBB82B53B17D}" sibTransId="{F3A8FFFD-53FF-4C76-A6DF-E416553D05CD}"/>
    <dgm:cxn modelId="{BECA2D51-85C5-499E-99F9-5B61F7266A7E}" srcId="{194748B5-774D-4E12-9B31-BE20AA0E521F}" destId="{C516EB3F-B8CF-455A-BC52-D74F02E87C41}" srcOrd="1" destOrd="0" parTransId="{63CABDF6-3319-44F3-BDFB-6ED8C60F7DE3}" sibTransId="{8A7C30FE-6A94-4DF9-814C-F9593435A2CE}"/>
    <dgm:cxn modelId="{4B655379-29D5-4761-8BE7-CC81727E1E7F}" type="presOf" srcId="{C516EB3F-B8CF-455A-BC52-D74F02E87C41}" destId="{E6B319FD-2018-40BE-9545-B20197DF3994}" srcOrd="0" destOrd="0" presId="urn:microsoft.com/office/officeart/2018/2/layout/IconLabelList"/>
    <dgm:cxn modelId="{F1CD7EF3-0DC3-4621-8EFD-C2748B62CC3E}" type="presOf" srcId="{194748B5-774D-4E12-9B31-BE20AA0E521F}" destId="{3C7AB732-69D6-420E-BBFC-C29E4D58055B}" srcOrd="0" destOrd="0" presId="urn:microsoft.com/office/officeart/2018/2/layout/IconLabelList"/>
    <dgm:cxn modelId="{93893BCE-9945-4D2A-9112-EBF11E5C3E22}" type="presParOf" srcId="{3C7AB732-69D6-420E-BBFC-C29E4D58055B}" destId="{4444C17D-5720-497E-858F-B34FE6FC932A}" srcOrd="0" destOrd="0" presId="urn:microsoft.com/office/officeart/2018/2/layout/IconLabelList"/>
    <dgm:cxn modelId="{7523F660-2A2D-47D0-BF56-E9491B096706}" type="presParOf" srcId="{4444C17D-5720-497E-858F-B34FE6FC932A}" destId="{CEECFB39-EDE0-49B0-8ACB-460F274D7022}" srcOrd="0" destOrd="0" presId="urn:microsoft.com/office/officeart/2018/2/layout/IconLabelList"/>
    <dgm:cxn modelId="{9619A664-9278-437E-812D-82CA515EB969}" type="presParOf" srcId="{4444C17D-5720-497E-858F-B34FE6FC932A}" destId="{80C01D76-E885-487E-A0DF-B42E6A1749B5}" srcOrd="1" destOrd="0" presId="urn:microsoft.com/office/officeart/2018/2/layout/IconLabelList"/>
    <dgm:cxn modelId="{86C17989-FE41-4FC2-8A2D-5BFB2F41B214}" type="presParOf" srcId="{4444C17D-5720-497E-858F-B34FE6FC932A}" destId="{AAA17090-E238-4FEF-8647-88D8D4D70735}" srcOrd="2" destOrd="0" presId="urn:microsoft.com/office/officeart/2018/2/layout/IconLabelList"/>
    <dgm:cxn modelId="{7D872759-4BE1-457E-8227-7F35A7D55C17}" type="presParOf" srcId="{3C7AB732-69D6-420E-BBFC-C29E4D58055B}" destId="{EDA15187-83D6-44A3-87B5-891C7C47171C}" srcOrd="1" destOrd="0" presId="urn:microsoft.com/office/officeart/2018/2/layout/IconLabelList"/>
    <dgm:cxn modelId="{92DFB249-CFDA-4D34-A3C2-4A93211266B4}" type="presParOf" srcId="{3C7AB732-69D6-420E-BBFC-C29E4D58055B}" destId="{8521A7E7-EC65-4512-8B02-CF9F2CD13C06}" srcOrd="2" destOrd="0" presId="urn:microsoft.com/office/officeart/2018/2/layout/IconLabelList"/>
    <dgm:cxn modelId="{AB38CA29-8A60-45ED-A03D-5A1FAC971B51}" type="presParOf" srcId="{8521A7E7-EC65-4512-8B02-CF9F2CD13C06}" destId="{3D506A0D-92FD-4B29-B219-B589FFA48771}" srcOrd="0" destOrd="0" presId="urn:microsoft.com/office/officeart/2018/2/layout/IconLabelList"/>
    <dgm:cxn modelId="{DF4DD8ED-37FD-45DC-BA84-8EEDDCC5BC7A}" type="presParOf" srcId="{8521A7E7-EC65-4512-8B02-CF9F2CD13C06}" destId="{D0564037-A47C-4439-B384-AD4C9901B6C2}" srcOrd="1" destOrd="0" presId="urn:microsoft.com/office/officeart/2018/2/layout/IconLabelList"/>
    <dgm:cxn modelId="{C55008B2-B4F9-4825-8DB2-9102AE38B04D}" type="presParOf" srcId="{8521A7E7-EC65-4512-8B02-CF9F2CD13C06}" destId="{E6B319FD-2018-40BE-9545-B20197DF399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77C4A5-3A24-4DAD-A0E6-36AF08239098}">
      <dsp:nvSpPr>
        <dsp:cNvPr id="0" name=""/>
        <dsp:cNvSpPr/>
      </dsp:nvSpPr>
      <dsp:spPr>
        <a:xfrm>
          <a:off x="0" y="663454"/>
          <a:ext cx="5336764" cy="611994"/>
        </a:xfrm>
        <a:prstGeom prst="roundRect">
          <a:avLst/>
        </a:prstGeom>
        <a:solidFill>
          <a:schemeClr val="accent2"/>
        </a:solidFill>
        <a:ln w="22225" cap="rnd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HY강M" panose="02030600000101010101" pitchFamily="18" charset="-127"/>
              <a:ea typeface="HY강M" panose="02030600000101010101" pitchFamily="18" charset="-127"/>
            </a:rPr>
            <a:t>1. </a:t>
          </a:r>
          <a:r>
            <a:rPr lang="ko-KR" sz="2400" kern="1200" dirty="0">
              <a:latin typeface="HY강M" panose="02030600000101010101" pitchFamily="18" charset="-127"/>
              <a:ea typeface="HY강M" panose="02030600000101010101" pitchFamily="18" charset="-127"/>
            </a:rPr>
            <a:t>프로젝트 분석 및 설계 내용</a:t>
          </a:r>
          <a:endParaRPr lang="en-US" sz="2400" kern="1200" dirty="0">
            <a:latin typeface="HY강M" panose="02030600000101010101" pitchFamily="18" charset="-127"/>
            <a:ea typeface="HY강M" panose="02030600000101010101" pitchFamily="18" charset="-127"/>
          </a:endParaRPr>
        </a:p>
      </dsp:txBody>
      <dsp:txXfrm>
        <a:off x="29875" y="693329"/>
        <a:ext cx="5277014" cy="552244"/>
      </dsp:txXfrm>
    </dsp:sp>
    <dsp:sp modelId="{82A37AD1-6A83-49CB-B06F-850F5DD6F415}">
      <dsp:nvSpPr>
        <dsp:cNvPr id="0" name=""/>
        <dsp:cNvSpPr/>
      </dsp:nvSpPr>
      <dsp:spPr>
        <a:xfrm>
          <a:off x="0" y="1612977"/>
          <a:ext cx="5336764" cy="611994"/>
        </a:xfrm>
        <a:prstGeom prst="roundRect">
          <a:avLst/>
        </a:prstGeom>
        <a:solidFill>
          <a:schemeClr val="accent2"/>
        </a:solidFill>
        <a:ln w="22225" cap="rnd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HY강M" panose="02030600000101010101" pitchFamily="18" charset="-127"/>
              <a:ea typeface="HY강M" panose="02030600000101010101" pitchFamily="18" charset="-127"/>
            </a:rPr>
            <a:t>2. </a:t>
          </a:r>
          <a:r>
            <a:rPr lang="ko-KR" sz="2400" kern="1200" dirty="0">
              <a:latin typeface="HY강M" panose="02030600000101010101" pitchFamily="18" charset="-127"/>
              <a:ea typeface="HY강M" panose="02030600000101010101" pitchFamily="18" charset="-127"/>
            </a:rPr>
            <a:t>진행상황</a:t>
          </a:r>
          <a:endParaRPr lang="en-US" sz="2400" kern="1200" dirty="0">
            <a:latin typeface="HY강M" panose="02030600000101010101" pitchFamily="18" charset="-127"/>
            <a:ea typeface="HY강M" panose="02030600000101010101" pitchFamily="18" charset="-127"/>
          </a:endParaRPr>
        </a:p>
      </dsp:txBody>
      <dsp:txXfrm>
        <a:off x="29875" y="1642852"/>
        <a:ext cx="5277014" cy="552244"/>
      </dsp:txXfrm>
    </dsp:sp>
    <dsp:sp modelId="{1FF60277-A126-4CD2-B77A-408D47B64A7D}">
      <dsp:nvSpPr>
        <dsp:cNvPr id="0" name=""/>
        <dsp:cNvSpPr/>
      </dsp:nvSpPr>
      <dsp:spPr>
        <a:xfrm>
          <a:off x="0" y="2706098"/>
          <a:ext cx="5336764" cy="611994"/>
        </a:xfrm>
        <a:prstGeom prst="roundRect">
          <a:avLst/>
        </a:prstGeom>
        <a:solidFill>
          <a:schemeClr val="accent2"/>
        </a:solidFill>
        <a:ln w="22225" cap="rnd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HY강M" panose="02030600000101010101" pitchFamily="18" charset="-127"/>
              <a:ea typeface="HY강M" panose="02030600000101010101" pitchFamily="18" charset="-127"/>
            </a:rPr>
            <a:t>3. </a:t>
          </a:r>
          <a:r>
            <a:rPr lang="ko-KR" sz="2400" kern="1200" dirty="0">
              <a:latin typeface="HY강M" panose="02030600000101010101" pitchFamily="18" charset="-127"/>
              <a:ea typeface="HY강M" panose="02030600000101010101" pitchFamily="18" charset="-127"/>
            </a:rPr>
            <a:t>이슈 및 해결방안</a:t>
          </a:r>
          <a:endParaRPr lang="en-US" sz="2400" kern="1200" dirty="0">
            <a:latin typeface="HY강M" panose="02030600000101010101" pitchFamily="18" charset="-127"/>
            <a:ea typeface="HY강M" panose="02030600000101010101" pitchFamily="18" charset="-127"/>
          </a:endParaRPr>
        </a:p>
      </dsp:txBody>
      <dsp:txXfrm>
        <a:off x="29875" y="2735973"/>
        <a:ext cx="5277014" cy="552244"/>
      </dsp:txXfrm>
    </dsp:sp>
    <dsp:sp modelId="{049BD820-DBFC-41C5-A5CA-CB2C83952A96}">
      <dsp:nvSpPr>
        <dsp:cNvPr id="0" name=""/>
        <dsp:cNvSpPr/>
      </dsp:nvSpPr>
      <dsp:spPr>
        <a:xfrm>
          <a:off x="0" y="3788585"/>
          <a:ext cx="5336764" cy="611994"/>
        </a:xfrm>
        <a:prstGeom prst="roundRect">
          <a:avLst/>
        </a:prstGeom>
        <a:solidFill>
          <a:schemeClr val="accent2"/>
        </a:solidFill>
        <a:ln w="22225" cap="rnd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HY강M" panose="02030600000101010101" pitchFamily="18" charset="-127"/>
              <a:ea typeface="HY강M" panose="02030600000101010101" pitchFamily="18" charset="-127"/>
            </a:rPr>
            <a:t>4. </a:t>
          </a:r>
          <a:r>
            <a:rPr lang="ko-KR" sz="2400" kern="1200" dirty="0">
              <a:latin typeface="HY강M" panose="02030600000101010101" pitchFamily="18" charset="-127"/>
              <a:ea typeface="HY강M" panose="02030600000101010101" pitchFamily="18" charset="-127"/>
            </a:rPr>
            <a:t>추후 일정</a:t>
          </a:r>
          <a:endParaRPr lang="en-US" sz="2400" kern="1200" dirty="0">
            <a:latin typeface="HY강M" panose="02030600000101010101" pitchFamily="18" charset="-127"/>
            <a:ea typeface="HY강M" panose="02030600000101010101" pitchFamily="18" charset="-127"/>
          </a:endParaRPr>
        </a:p>
      </dsp:txBody>
      <dsp:txXfrm>
        <a:off x="29875" y="3818460"/>
        <a:ext cx="5277014" cy="5522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CFB39-EDE0-49B0-8ACB-460F274D7022}">
      <dsp:nvSpPr>
        <dsp:cNvPr id="0" name=""/>
        <dsp:cNvSpPr/>
      </dsp:nvSpPr>
      <dsp:spPr>
        <a:xfrm>
          <a:off x="2004807" y="250137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17090-E238-4FEF-8647-88D8D4D70735}">
      <dsp:nvSpPr>
        <dsp:cNvPr id="0" name=""/>
        <dsp:cNvSpPr/>
      </dsp:nvSpPr>
      <dsp:spPr>
        <a:xfrm>
          <a:off x="816807" y="266434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>
              <a:latin typeface="HY강M" panose="02030600000101010101" pitchFamily="18" charset="-127"/>
              <a:ea typeface="HY강M" panose="02030600000101010101" pitchFamily="18" charset="-127"/>
            </a:rPr>
            <a:t>회사측 </a:t>
          </a:r>
          <a:r>
            <a:rPr lang="en-US" altLang="ko-KR" sz="1700" kern="1200" err="1">
              <a:latin typeface="HY강M" panose="02030600000101010101" pitchFamily="18" charset="-127"/>
              <a:ea typeface="HY강M" panose="02030600000101010101" pitchFamily="18" charset="-127"/>
            </a:rPr>
            <a:t>G</a:t>
          </a:r>
          <a:r>
            <a:rPr lang="en-US" sz="1700" kern="1200" err="1">
              <a:latin typeface="HY강M" panose="02030600000101010101" pitchFamily="18" charset="-127"/>
              <a:ea typeface="HY강M" panose="02030600000101010101" pitchFamily="18" charset="-127"/>
            </a:rPr>
            <a:t>ithub</a:t>
          </a:r>
          <a:r>
            <a:rPr lang="ko-KR" sz="1700" kern="1200">
              <a:latin typeface="HY강M" panose="02030600000101010101" pitchFamily="18" charset="-127"/>
              <a:ea typeface="HY강M" panose="02030600000101010101" pitchFamily="18" charset="-127"/>
            </a:rPr>
            <a:t>가 </a:t>
          </a:r>
          <a:r>
            <a:rPr lang="en-US" sz="1700" kern="1200">
              <a:latin typeface="HY강M" panose="02030600000101010101" pitchFamily="18" charset="-127"/>
              <a:ea typeface="HY강M" panose="02030600000101010101" pitchFamily="18" charset="-127"/>
            </a:rPr>
            <a:t>private</a:t>
          </a:r>
          <a:r>
            <a:rPr lang="ko-KR" altLang="en-US" sz="1700" kern="1200">
              <a:latin typeface="HY강M" panose="02030600000101010101" pitchFamily="18" charset="-127"/>
              <a:ea typeface="HY강M" panose="02030600000101010101" pitchFamily="18" charset="-127"/>
            </a:rPr>
            <a:t>이</a:t>
          </a:r>
          <a:r>
            <a:rPr lang="ko-KR" sz="1700" kern="1200">
              <a:latin typeface="HY강M" panose="02030600000101010101" pitchFamily="18" charset="-127"/>
              <a:ea typeface="HY강M" panose="02030600000101010101" pitchFamily="18" charset="-127"/>
            </a:rPr>
            <a:t>라서 인원제한으로 팀원 모두가 다같이 공유할 수 없음</a:t>
          </a:r>
          <a:endParaRPr lang="en-US" sz="1700" kern="1200">
            <a:latin typeface="HY강M" panose="02030600000101010101" pitchFamily="18" charset="-127"/>
            <a:ea typeface="HY강M" panose="02030600000101010101" pitchFamily="18" charset="-127"/>
          </a:endParaRPr>
        </a:p>
      </dsp:txBody>
      <dsp:txXfrm>
        <a:off x="816807" y="2664348"/>
        <a:ext cx="4320000" cy="720000"/>
      </dsp:txXfrm>
    </dsp:sp>
    <dsp:sp modelId="{3D506A0D-92FD-4B29-B219-B589FFA48771}">
      <dsp:nvSpPr>
        <dsp:cNvPr id="0" name=""/>
        <dsp:cNvSpPr/>
      </dsp:nvSpPr>
      <dsp:spPr>
        <a:xfrm>
          <a:off x="7080807" y="250137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319FD-2018-40BE-9545-B20197DF3994}">
      <dsp:nvSpPr>
        <dsp:cNvPr id="0" name=""/>
        <dsp:cNvSpPr/>
      </dsp:nvSpPr>
      <dsp:spPr>
        <a:xfrm>
          <a:off x="5892807" y="2664348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/>
            <a:t> </a:t>
          </a:r>
          <a:r>
            <a:rPr lang="ko-KR" sz="1700" kern="1200">
              <a:latin typeface="HY강M" panose="02030600000101010101" pitchFamily="18" charset="-127"/>
              <a:ea typeface="HY강M" panose="02030600000101010101" pitchFamily="18" charset="-127"/>
            </a:rPr>
            <a:t>멘토님께서 다시 회사측과 논의 후 알려주신다고 함</a:t>
          </a:r>
          <a:endParaRPr lang="en-US" sz="1700" kern="1200">
            <a:latin typeface="HY강M" panose="02030600000101010101" pitchFamily="18" charset="-127"/>
            <a:ea typeface="HY강M" panose="02030600000101010101" pitchFamily="18" charset="-127"/>
          </a:endParaRPr>
        </a:p>
      </dsp:txBody>
      <dsp:txXfrm>
        <a:off x="5892807" y="2664348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3FBC770-403E-475E-A2E3-1C80C0FB0423}" type="datetime1">
              <a:rPr lang="ko-KR" altLang="en-US" smtClean="0"/>
              <a:t>2021-04-03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0DBFD7B-1402-401C-B286-54B893D03A4C}" type="datetime1">
              <a:rPr lang="ko-KR" altLang="en-US" smtClean="0"/>
              <a:t>2021-04-03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"/>
              <a:t>마스터 텍스트 스타일을 편집하려면 클릭하세요.</a:t>
            </a:r>
            <a:endParaRPr lang="en-US"/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B16F60C3-5F0E-4C74-8A10-3C6342DF72CE}" type="datetime1">
              <a:rPr lang="ko-KR" altLang="en-US" smtClean="0"/>
              <a:t>2021-04-03</a:t>
            </a:fld>
            <a:endParaRPr lang="en-US" dirty="0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4500B84B-3C5C-49DE-A4B3-1562819E64F9}" type="datetime1">
              <a:rPr lang="ko-KR" altLang="en-US" smtClean="0"/>
              <a:t>2021-04-03</a:t>
            </a:fld>
            <a:endParaRPr lang="en-US" dirty="0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06F418F7-86C1-49FF-AD10-315C89EABDB6}" type="datetime1">
              <a:rPr lang="ko-KR" altLang="en-US" smtClean="0"/>
              <a:t>2021-04-03</a:t>
            </a:fld>
            <a:endParaRPr lang="en-US" dirty="0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두 개의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FE75DD57-A933-4CF7-BD22-DDB2380C1618}" type="datetime1">
              <a:rPr lang="ko-KR" altLang="en-US" smtClean="0"/>
              <a:t>2021-04-03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83833429-AC63-412A-AA05-50A0CAB567A8}" type="datetime1">
              <a:rPr lang="ko-KR" altLang="en-US" smtClean="0"/>
              <a:t>2021-04-03</a:t>
            </a:fld>
            <a:endParaRPr 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2AFB61CE-22F1-4937-8687-025B237EBB03}" type="datetime1">
              <a:rPr lang="ko-KR" altLang="en-US" smtClean="0"/>
              <a:t>2021-04-03</a:t>
            </a:fld>
            <a:endParaRPr 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734FC7D7-0958-47C3-9C09-A6A48B7FD496}" type="datetime1">
              <a:rPr lang="ko-KR" altLang="en-US" smtClean="0"/>
              <a:t>2021-04-03</a:t>
            </a:fld>
            <a:endParaRPr 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 sz="1800">
                <a:solidFill>
                  <a:schemeClr val="tx2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 sz="1600">
                <a:solidFill>
                  <a:schemeClr val="tx2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 sz="1400">
                <a:solidFill>
                  <a:schemeClr val="tx2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 sz="1400">
                <a:solidFill>
                  <a:schemeClr val="tx2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DBE2D092-1E7F-4E5E-8EFE-840944FCD807}" type="datetime1">
              <a:rPr lang="ko-KR" altLang="en-US" smtClean="0"/>
              <a:t>2021-04-03</a:t>
            </a:fld>
            <a:endParaRPr lang="en-US" dirty="0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그림 개체 틀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C73D0BD8-2627-4610-A2CF-D0CA0958F2F4}" type="datetime1">
              <a:rPr lang="ko-KR" altLang="en-US" smtClean="0"/>
              <a:t>2021-04-03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algn="l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 algn="l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 algn="l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 algn="l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52D5A49B-9191-4DEB-A0F8-7CA9C61B9C19}" type="datetime1">
              <a:rPr lang="ko-KR" altLang="en-US" smtClean="0"/>
              <a:t>2021-04-03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0083EC3D-47E3-4D28-BD42-E64EB1B25696}" type="datetime1">
              <a:rPr lang="ko-KR" altLang="en-US" smtClean="0"/>
              <a:t>2021-04-03</a:t>
            </a:fld>
            <a:endParaRPr lang="en-US" dirty="0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"/>
              <a:t>마스터 제목 스타일 편집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011EA711-EE13-4EC1-AA96-434F5207432A}" type="datetime1">
              <a:rPr lang="ko-KR" altLang="en-US" smtClean="0"/>
              <a:t>2021-04-03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직사각형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직사각형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1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Malgun Gothic" panose="020B0503020000020004" pitchFamily="50" charset="-127"/>
          <a:ea typeface="Malgun Gothic" panose="020B0503020000020004" pitchFamily="50" charset="-127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1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1pPr>
      <a:lvl2pPr marL="6300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2pPr>
      <a:lvl3pPr marL="90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3pPr>
      <a:lvl4pPr marL="124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4pPr>
      <a:lvl5pPr marL="160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5pPr>
      <a:lvl6pPr marL="19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직사각형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algn="ctr" rtl="0"/>
            <a:r>
              <a:rPr lang="ko-KR" altLang="en-US" b="1" dirty="0">
                <a:solidFill>
                  <a:schemeClr val="bg2">
                    <a:lumMod val="50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인터렉티브 </a:t>
            </a:r>
            <a:r>
              <a:rPr lang="ko-KR" altLang="en-US" b="1" dirty="0" err="1">
                <a:solidFill>
                  <a:schemeClr val="bg2">
                    <a:lumMod val="50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플레이툰</a:t>
            </a:r>
            <a:r>
              <a:rPr lang="ko-KR" altLang="en-US" b="1" dirty="0">
                <a:solidFill>
                  <a:schemeClr val="bg2">
                    <a:lumMod val="50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제작 솔루션 개발 및</a:t>
            </a:r>
            <a:br>
              <a:rPr lang="en-US" altLang="ko-KR" b="1" dirty="0">
                <a:solidFill>
                  <a:schemeClr val="bg2">
                    <a:lumMod val="50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b="1" dirty="0" err="1">
                <a:solidFill>
                  <a:schemeClr val="bg2">
                    <a:lumMod val="50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플레이툰</a:t>
            </a:r>
            <a:r>
              <a:rPr lang="ko-KR" altLang="en-US" b="1" dirty="0">
                <a:solidFill>
                  <a:schemeClr val="bg2">
                    <a:lumMod val="50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콘텐츠 개발 </a:t>
            </a:r>
            <a:r>
              <a:rPr lang="en-US" altLang="ko-KR" b="1" dirty="0">
                <a:solidFill>
                  <a:schemeClr val="bg2">
                    <a:lumMod val="50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b="1" dirty="0" err="1">
                <a:solidFill>
                  <a:schemeClr val="bg2">
                    <a:lumMod val="50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그래피툰</a:t>
            </a:r>
            <a:endParaRPr lang="ko" b="1" dirty="0">
              <a:solidFill>
                <a:schemeClr val="bg2">
                  <a:lumMod val="50000"/>
                </a:schemeClr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4493" y="2809608"/>
            <a:ext cx="2530974" cy="1867113"/>
          </a:xfrm>
        </p:spPr>
        <p:txBody>
          <a:bodyPr rtlCol="0">
            <a:normAutofit/>
          </a:bodyPr>
          <a:lstStyle/>
          <a:p>
            <a:pPr rtl="0"/>
            <a:r>
              <a:rPr lang="en-US" altLang="ko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2018110391 </a:t>
            </a:r>
            <a:r>
              <a:rPr lang="ko-KR" altLang="en-US" dirty="0" err="1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권진솔</a:t>
            </a:r>
            <a:endParaRPr lang="en-US" altLang="ko-KR" dirty="0">
              <a:solidFill>
                <a:schemeClr val="tx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rtl="0"/>
            <a:r>
              <a:rPr lang="en-US" altLang="ko-KR" dirty="0">
                <a:solidFill>
                  <a:schemeClr val="tx1"/>
                </a:solidFill>
              </a:rPr>
              <a:t>2014097023 </a:t>
            </a:r>
            <a:r>
              <a:rPr lang="ko-KR" altLang="en-US" dirty="0" err="1">
                <a:solidFill>
                  <a:schemeClr val="tx1"/>
                </a:solidFill>
              </a:rPr>
              <a:t>김채록</a:t>
            </a:r>
            <a:endParaRPr lang="en-US" altLang="ko-KR" dirty="0">
              <a:solidFill>
                <a:schemeClr val="tx1"/>
              </a:solidFill>
            </a:endParaRPr>
          </a:p>
          <a:p>
            <a:pPr rtl="0"/>
            <a:r>
              <a:rPr lang="en-US" altLang="ko-KR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2017117311 </a:t>
            </a:r>
            <a:r>
              <a:rPr lang="ko-KR" altLang="en-US" dirty="0">
                <a:solidFill>
                  <a:schemeClr val="tx1"/>
                </a:solidFill>
              </a:rPr>
              <a:t>리우위옌</a:t>
            </a:r>
            <a:endParaRPr lang="en-US" altLang="ko-KR" dirty="0">
              <a:solidFill>
                <a:schemeClr val="tx1"/>
              </a:solidFill>
            </a:endParaRPr>
          </a:p>
          <a:p>
            <a:pPr rtl="0"/>
            <a:r>
              <a:rPr lang="en-US" altLang="ko-KR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2014097039 </a:t>
            </a:r>
            <a:r>
              <a:rPr lang="ko-KR" altLang="en-US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박재용</a:t>
            </a:r>
            <a:endParaRPr lang="en-US" altLang="ko-KR" dirty="0">
              <a:solidFill>
                <a:schemeClr val="tx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rtl="0"/>
            <a:endParaRPr lang="ko" dirty="0">
              <a:solidFill>
                <a:schemeClr val="tx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z="3600" b="1" dirty="0"/>
              <a:t>목차</a:t>
            </a:r>
            <a:endParaRPr lang="ko" sz="3600" b="1" dirty="0"/>
          </a:p>
        </p:txBody>
      </p:sp>
      <p:graphicFrame>
        <p:nvGraphicFramePr>
          <p:cNvPr id="14" name="TextBox 6">
            <a:extLst>
              <a:ext uri="{FF2B5EF4-FFF2-40B4-BE49-F238E27FC236}">
                <a16:creationId xmlns:a16="http://schemas.microsoft.com/office/drawing/2014/main" id="{C0303C70-CEF6-4CDD-AA82-6CB9477BEB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9156521"/>
              </p:ext>
            </p:extLst>
          </p:nvPr>
        </p:nvGraphicFramePr>
        <p:xfrm>
          <a:off x="5456740" y="1126041"/>
          <a:ext cx="5336765" cy="4943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프로젝트 분석 및 설계 내용</a:t>
            </a:r>
            <a:endParaRPr lang="k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29B72-C93A-461F-8A1F-7695C83EA2A2}"/>
              </a:ext>
            </a:extLst>
          </p:cNvPr>
          <p:cNvSpPr txBox="1"/>
          <p:nvPr/>
        </p:nvSpPr>
        <p:spPr>
          <a:xfrm>
            <a:off x="5302625" y="1744213"/>
            <a:ext cx="4975412" cy="5003865"/>
          </a:xfrm>
          <a:prstGeom prst="rect">
            <a:avLst/>
          </a:prstGeom>
          <a:noFill/>
          <a:ln w="28575" cap="rnd">
            <a:solidFill>
              <a:schemeClr val="accent1"/>
            </a:solidFill>
            <a:prstDash val="sysDot"/>
            <a:bevel/>
          </a:ln>
          <a:effectLst>
            <a:softEdge rad="0"/>
          </a:effectLst>
        </p:spPr>
        <p:txBody>
          <a:bodyPr wrap="square" bIns="36000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불러오기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그림파일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+mj-lt"/>
              <a:buAutoNum type="circleNumDbPlain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음악파일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내보내기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영상으로 </a:t>
            </a:r>
            <a:r>
              <a:rPr lang="ko-KR" altLang="en-US" dirty="0" err="1">
                <a:latin typeface="HY강M" panose="02030600000101010101" pitchFamily="18" charset="-127"/>
                <a:ea typeface="HY강M" panose="02030600000101010101" pitchFamily="18" charset="-127"/>
              </a:rPr>
              <a:t>컨버팅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+mj-lt"/>
              <a:buAutoNum type="circleNumDbPlain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컴퓨터 </a:t>
            </a:r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or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웹 서버에 저장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저장하기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자동 및 수동저장 위치와 시간 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+mj-lt"/>
              <a:buAutoNum type="circleNumDbPlain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컴퓨터 </a:t>
            </a:r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or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웹서버에 저장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환경설정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 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1A2DF56-B583-4ED6-A968-00F2CB9437BB}"/>
              </a:ext>
            </a:extLst>
          </p:cNvPr>
          <p:cNvSpPr/>
          <p:nvPr/>
        </p:nvSpPr>
        <p:spPr>
          <a:xfrm>
            <a:off x="797858" y="238461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A.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파일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60E262A-F112-4550-85D7-DF17A203148C}"/>
              </a:ext>
            </a:extLst>
          </p:cNvPr>
          <p:cNvSpPr/>
          <p:nvPr/>
        </p:nvSpPr>
        <p:spPr>
          <a:xfrm>
            <a:off x="797857" y="316970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B.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기초기능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CB37732-DBFE-40C3-938F-048FDD26C7B1}"/>
              </a:ext>
            </a:extLst>
          </p:cNvPr>
          <p:cNvSpPr/>
          <p:nvPr/>
        </p:nvSpPr>
        <p:spPr>
          <a:xfrm>
            <a:off x="797857" y="395479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C.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심화기능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FC2191-E200-4B3B-BD91-FB2891839C2F}"/>
              </a:ext>
            </a:extLst>
          </p:cNvPr>
          <p:cNvSpPr/>
          <p:nvPr/>
        </p:nvSpPr>
        <p:spPr>
          <a:xfrm>
            <a:off x="797857" y="473988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D.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타임라인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62739EA-89F5-46AC-A67B-037E46E4BE23}"/>
              </a:ext>
            </a:extLst>
          </p:cNvPr>
          <p:cNvSpPr/>
          <p:nvPr/>
        </p:nvSpPr>
        <p:spPr>
          <a:xfrm>
            <a:off x="3409950" y="2384613"/>
            <a:ext cx="1485900" cy="58270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213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프로젝트 분석 및 설계 내용</a:t>
            </a:r>
            <a:endParaRPr lang="k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29B72-C93A-461F-8A1F-7695C83EA2A2}"/>
              </a:ext>
            </a:extLst>
          </p:cNvPr>
          <p:cNvSpPr txBox="1"/>
          <p:nvPr/>
        </p:nvSpPr>
        <p:spPr>
          <a:xfrm>
            <a:off x="5302625" y="1744213"/>
            <a:ext cx="4975412" cy="4796116"/>
          </a:xfrm>
          <a:prstGeom prst="rect">
            <a:avLst/>
          </a:prstGeom>
          <a:noFill/>
          <a:ln w="28575" cap="rnd">
            <a:solidFill>
              <a:schemeClr val="accent1"/>
            </a:solidFill>
            <a:prstDash val="sysDot"/>
            <a:bevel/>
          </a:ln>
          <a:effectLst>
            <a:softEdge rad="0"/>
          </a:effectLst>
        </p:spPr>
        <p:txBody>
          <a:bodyPr wrap="square" bIns="36000" rtlCol="0">
            <a:spAutoFit/>
          </a:bodyPr>
          <a:lstStyle/>
          <a:p>
            <a:pPr marL="800100" lvl="1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선택하기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중심점 이동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크기 조절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회전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화면 확대 및 축소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투명도 조절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lvl="1">
              <a:lnSpc>
                <a:spcPct val="250000"/>
              </a:lnSpc>
            </a:pPr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 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1A2DF56-B583-4ED6-A968-00F2CB9437BB}"/>
              </a:ext>
            </a:extLst>
          </p:cNvPr>
          <p:cNvSpPr/>
          <p:nvPr/>
        </p:nvSpPr>
        <p:spPr>
          <a:xfrm>
            <a:off x="797858" y="238461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A.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파일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60E262A-F112-4550-85D7-DF17A203148C}"/>
              </a:ext>
            </a:extLst>
          </p:cNvPr>
          <p:cNvSpPr/>
          <p:nvPr/>
        </p:nvSpPr>
        <p:spPr>
          <a:xfrm>
            <a:off x="797857" y="316970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B.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기초기능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CB37732-DBFE-40C3-938F-048FDD26C7B1}"/>
              </a:ext>
            </a:extLst>
          </p:cNvPr>
          <p:cNvSpPr/>
          <p:nvPr/>
        </p:nvSpPr>
        <p:spPr>
          <a:xfrm>
            <a:off x="797857" y="395479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C.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심화기능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FC2191-E200-4B3B-BD91-FB2891839C2F}"/>
              </a:ext>
            </a:extLst>
          </p:cNvPr>
          <p:cNvSpPr/>
          <p:nvPr/>
        </p:nvSpPr>
        <p:spPr>
          <a:xfrm>
            <a:off x="797857" y="473988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D.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타임라인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62739EA-89F5-46AC-A67B-037E46E4BE23}"/>
              </a:ext>
            </a:extLst>
          </p:cNvPr>
          <p:cNvSpPr/>
          <p:nvPr/>
        </p:nvSpPr>
        <p:spPr>
          <a:xfrm>
            <a:off x="3409949" y="3169703"/>
            <a:ext cx="1485900" cy="58270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374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프로젝트 분석 및 설계 내용</a:t>
            </a:r>
            <a:endParaRPr lang="k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29B72-C93A-461F-8A1F-7695C83EA2A2}"/>
              </a:ext>
            </a:extLst>
          </p:cNvPr>
          <p:cNvSpPr txBox="1"/>
          <p:nvPr/>
        </p:nvSpPr>
        <p:spPr>
          <a:xfrm>
            <a:off x="5302625" y="1744213"/>
            <a:ext cx="4975412" cy="4796116"/>
          </a:xfrm>
          <a:prstGeom prst="rect">
            <a:avLst/>
          </a:prstGeom>
          <a:noFill/>
          <a:ln w="28575" cap="rnd">
            <a:solidFill>
              <a:schemeClr val="accent1"/>
            </a:solidFill>
            <a:prstDash val="sysDot"/>
            <a:bevel/>
          </a:ln>
          <a:effectLst>
            <a:softEdge rad="0"/>
          </a:effectLst>
        </p:spPr>
        <p:txBody>
          <a:bodyPr wrap="square" bIns="36000" rtlCol="0">
            <a:spAutoFit/>
          </a:bodyPr>
          <a:lstStyle/>
          <a:p>
            <a:pPr marL="800100" lvl="1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말풍선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텍스트 추가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장면 컷 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화면 전환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사운드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반복 기능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lvl="1">
              <a:lnSpc>
                <a:spcPct val="250000"/>
              </a:lnSpc>
            </a:pPr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 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1A2DF56-B583-4ED6-A968-00F2CB9437BB}"/>
              </a:ext>
            </a:extLst>
          </p:cNvPr>
          <p:cNvSpPr/>
          <p:nvPr/>
        </p:nvSpPr>
        <p:spPr>
          <a:xfrm>
            <a:off x="797858" y="238461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A.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파일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60E262A-F112-4550-85D7-DF17A203148C}"/>
              </a:ext>
            </a:extLst>
          </p:cNvPr>
          <p:cNvSpPr/>
          <p:nvPr/>
        </p:nvSpPr>
        <p:spPr>
          <a:xfrm>
            <a:off x="797857" y="316970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B.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기초기능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CB37732-DBFE-40C3-938F-048FDD26C7B1}"/>
              </a:ext>
            </a:extLst>
          </p:cNvPr>
          <p:cNvSpPr/>
          <p:nvPr/>
        </p:nvSpPr>
        <p:spPr>
          <a:xfrm>
            <a:off x="797857" y="395479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C.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심화기능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FC2191-E200-4B3B-BD91-FB2891839C2F}"/>
              </a:ext>
            </a:extLst>
          </p:cNvPr>
          <p:cNvSpPr/>
          <p:nvPr/>
        </p:nvSpPr>
        <p:spPr>
          <a:xfrm>
            <a:off x="797857" y="473988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D.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타임라인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62739EA-89F5-46AC-A67B-037E46E4BE23}"/>
              </a:ext>
            </a:extLst>
          </p:cNvPr>
          <p:cNvSpPr/>
          <p:nvPr/>
        </p:nvSpPr>
        <p:spPr>
          <a:xfrm>
            <a:off x="3409949" y="3954793"/>
            <a:ext cx="1485900" cy="58270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231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프로젝트 분석 및 설계 내용</a:t>
            </a:r>
            <a:endParaRPr lang="k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29B72-C93A-461F-8A1F-7695C83EA2A2}"/>
              </a:ext>
            </a:extLst>
          </p:cNvPr>
          <p:cNvSpPr txBox="1"/>
          <p:nvPr/>
        </p:nvSpPr>
        <p:spPr>
          <a:xfrm>
            <a:off x="5302625" y="1744213"/>
            <a:ext cx="4975412" cy="4588367"/>
          </a:xfrm>
          <a:prstGeom prst="rect">
            <a:avLst/>
          </a:prstGeom>
          <a:noFill/>
          <a:ln w="28575" cap="rnd">
            <a:solidFill>
              <a:schemeClr val="accent1"/>
            </a:solidFill>
            <a:prstDash val="sysDot"/>
            <a:bevel/>
          </a:ln>
          <a:effectLst>
            <a:softEdge rad="0"/>
          </a:effectLst>
        </p:spPr>
        <p:txBody>
          <a:bodyPr wrap="square" bIns="36000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파일 적용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각 화면 구성에 맞게 동작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30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기초기능 적용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옵션 설정하여 파일에 드래그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끝부분 잡고 끌면 길이 조절 가능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800100" lvl="1" indent="-342900">
              <a:lnSpc>
                <a:spcPct val="300000"/>
              </a:lnSpc>
              <a:buFont typeface="+mj-lt"/>
              <a:buAutoNum type="arabicParenR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심화기능 적용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 기초기능과 동일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 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1A2DF56-B583-4ED6-A968-00F2CB9437BB}"/>
              </a:ext>
            </a:extLst>
          </p:cNvPr>
          <p:cNvSpPr/>
          <p:nvPr/>
        </p:nvSpPr>
        <p:spPr>
          <a:xfrm>
            <a:off x="797858" y="238461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A.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파일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60E262A-F112-4550-85D7-DF17A203148C}"/>
              </a:ext>
            </a:extLst>
          </p:cNvPr>
          <p:cNvSpPr/>
          <p:nvPr/>
        </p:nvSpPr>
        <p:spPr>
          <a:xfrm>
            <a:off x="797857" y="316970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B.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기초기능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CB37732-DBFE-40C3-938F-048FDD26C7B1}"/>
              </a:ext>
            </a:extLst>
          </p:cNvPr>
          <p:cNvSpPr/>
          <p:nvPr/>
        </p:nvSpPr>
        <p:spPr>
          <a:xfrm>
            <a:off x="797857" y="395479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C.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심화기능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FC2191-E200-4B3B-BD91-FB2891839C2F}"/>
              </a:ext>
            </a:extLst>
          </p:cNvPr>
          <p:cNvSpPr/>
          <p:nvPr/>
        </p:nvSpPr>
        <p:spPr>
          <a:xfrm>
            <a:off x="797857" y="4739883"/>
            <a:ext cx="2205317" cy="58270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D.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타임라인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62739EA-89F5-46AC-A67B-037E46E4BE23}"/>
              </a:ext>
            </a:extLst>
          </p:cNvPr>
          <p:cNvSpPr/>
          <p:nvPr/>
        </p:nvSpPr>
        <p:spPr>
          <a:xfrm>
            <a:off x="3409949" y="4739883"/>
            <a:ext cx="1485900" cy="58270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11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진행상황</a:t>
            </a:r>
            <a:endParaRPr lang="ko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EB5BD-BAC0-4757-91DE-D280202169C4}"/>
              </a:ext>
            </a:extLst>
          </p:cNvPr>
          <p:cNvSpPr txBox="1"/>
          <p:nvPr/>
        </p:nvSpPr>
        <p:spPr>
          <a:xfrm>
            <a:off x="726141" y="2590800"/>
            <a:ext cx="92067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화면 구성</a:t>
            </a:r>
            <a:endParaRPr lang="en-US" altLang="ko-KR" sz="2400" dirty="0">
              <a:latin typeface="HY강M" panose="02030600000101010101" pitchFamily="18" charset="-127"/>
              <a:ea typeface="HY강M" panose="02030600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 - </a:t>
            </a:r>
            <a:r>
              <a:rPr lang="ko-KR" altLang="en-US" dirty="0" err="1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권진솔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2A980-F726-44F9-9821-2F1FE79AF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2833" y="46522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197763696">
            <a:extLst>
              <a:ext uri="{FF2B5EF4-FFF2-40B4-BE49-F238E27FC236}">
                <a16:creationId xmlns:a16="http://schemas.microsoft.com/office/drawing/2014/main" id="{99EB39D0-EF3D-4117-BC3D-BE6C32B75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1492" y="1661631"/>
            <a:ext cx="7317342" cy="449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230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진행상황</a:t>
            </a:r>
            <a:endParaRPr lang="ko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EB5BD-BAC0-4757-91DE-D280202169C4}"/>
              </a:ext>
            </a:extLst>
          </p:cNvPr>
          <p:cNvSpPr txBox="1"/>
          <p:nvPr/>
        </p:nvSpPr>
        <p:spPr>
          <a:xfrm>
            <a:off x="726141" y="2590800"/>
            <a:ext cx="92067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타임라인</a:t>
            </a:r>
            <a:endParaRPr lang="en-US" altLang="ko-KR" sz="2400" dirty="0">
              <a:latin typeface="HY강M" panose="02030600000101010101" pitchFamily="18" charset="-127"/>
              <a:ea typeface="HY강M" panose="02030600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 - </a:t>
            </a:r>
            <a:r>
              <a:rPr lang="ko-KR" altLang="en-US" dirty="0" err="1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김채록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8CC6DD-51DE-4EA2-B5AE-745A10C60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053" y="2133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144655904">
            <a:extLst>
              <a:ext uri="{FF2B5EF4-FFF2-40B4-BE49-F238E27FC236}">
                <a16:creationId xmlns:a16="http://schemas.microsoft.com/office/drawing/2014/main" id="{A6031D25-E5CD-4C1C-9D93-ED564EE00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417" y="2362200"/>
            <a:ext cx="7412910" cy="356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0361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진행상황</a:t>
            </a:r>
            <a:endParaRPr lang="ko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EB5BD-BAC0-4757-91DE-D280202169C4}"/>
              </a:ext>
            </a:extLst>
          </p:cNvPr>
          <p:cNvSpPr txBox="1"/>
          <p:nvPr/>
        </p:nvSpPr>
        <p:spPr>
          <a:xfrm>
            <a:off x="726141" y="2590800"/>
            <a:ext cx="92067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파일 저장</a:t>
            </a:r>
            <a:r>
              <a:rPr lang="en-US" altLang="ko-KR" sz="2400" dirty="0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2400" dirty="0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불러오기</a:t>
            </a:r>
            <a:endParaRPr lang="en-US" altLang="ko-KR" sz="2400" dirty="0">
              <a:latin typeface="HY강M" panose="02030600000101010101" pitchFamily="18" charset="-127"/>
              <a:ea typeface="HY강M" panose="02030600000101010101" pitchFamily="18" charset="-127"/>
              <a:cs typeface="함초롬바탕" panose="02030604000101010101" pitchFamily="18" charset="-127"/>
            </a:endParaRPr>
          </a:p>
          <a:p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-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 박재용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8CC6DD-51DE-4EA2-B5AE-745A10C60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053" y="2133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61EB0BF-E523-4A95-AFC1-BC67F1BE8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168" y="143367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D98D76-83D0-4E3A-AFB8-E473983EA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121" y="220837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5" name="_x144655664">
            <a:extLst>
              <a:ext uri="{FF2B5EF4-FFF2-40B4-BE49-F238E27FC236}">
                <a16:creationId xmlns:a16="http://schemas.microsoft.com/office/drawing/2014/main" id="{75F03032-DCA0-4F89-9B55-A75C43994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294" y="3290724"/>
            <a:ext cx="5003800" cy="280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B59675-F4D6-4706-98E1-AA018A395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016" y="283352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3" name="_x144655664">
            <a:extLst>
              <a:ext uri="{FF2B5EF4-FFF2-40B4-BE49-F238E27FC236}">
                <a16:creationId xmlns:a16="http://schemas.microsoft.com/office/drawing/2014/main" id="{3D180D6E-0850-4AD2-BF8A-0B5C18197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319" y="1830864"/>
            <a:ext cx="4714875" cy="299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194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진행상황</a:t>
            </a:r>
            <a:endParaRPr lang="ko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EB5BD-BAC0-4757-91DE-D280202169C4}"/>
              </a:ext>
            </a:extLst>
          </p:cNvPr>
          <p:cNvSpPr txBox="1"/>
          <p:nvPr/>
        </p:nvSpPr>
        <p:spPr>
          <a:xfrm>
            <a:off x="726141" y="2590800"/>
            <a:ext cx="92067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동영상 인코딩</a:t>
            </a:r>
            <a:endParaRPr lang="en-US" altLang="ko-KR" sz="2400" dirty="0">
              <a:latin typeface="HY강M" panose="02030600000101010101" pitchFamily="18" charset="-127"/>
              <a:ea typeface="HY강M" panose="02030600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 -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  <a:cs typeface="함초롬바탕" panose="02030604000101010101" pitchFamily="18" charset="-127"/>
              </a:rPr>
              <a:t>리우위옌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8CC6DD-51DE-4EA2-B5AE-745A10C60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053" y="2133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61EB0BF-E523-4A95-AFC1-BC67F1BE8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168" y="143367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D98D76-83D0-4E3A-AFB8-E473983EA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121" y="220837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B59675-F4D6-4706-98E1-AA018A395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7932" y="278716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7" name="_x144655664">
            <a:extLst>
              <a:ext uri="{FF2B5EF4-FFF2-40B4-BE49-F238E27FC236}">
                <a16:creationId xmlns:a16="http://schemas.microsoft.com/office/drawing/2014/main" id="{D1CD5824-DBC8-4B2A-BFF8-36E7653F1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932" y="2168302"/>
            <a:ext cx="6263271" cy="4048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805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이슈사항 및 해결방안</a:t>
            </a:r>
            <a:endParaRPr lang="ko" dirty="0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FF93AF80-08CB-4CA4-B92B-7E35240073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1296058"/>
              </p:ext>
            </p:extLst>
          </p:nvPr>
        </p:nvGraphicFramePr>
        <p:xfrm>
          <a:off x="581192" y="2340864"/>
          <a:ext cx="11029615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3704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 descr="월 단위 달력 단색으로 채워진">
            <a:extLst>
              <a:ext uri="{FF2B5EF4-FFF2-40B4-BE49-F238E27FC236}">
                <a16:creationId xmlns:a16="http://schemas.microsoft.com/office/drawing/2014/main" id="{A26311E9-4B9C-4E99-8B45-9D9E80EDB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99" y="1404937"/>
            <a:ext cx="4750907" cy="475090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추후 일정</a:t>
            </a:r>
            <a:endParaRPr lang="ko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3F9FDB9-ABAD-4375-B53C-5002968B2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매주 금요일 멘토님과 정기회의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4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월은 기초기능 개발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4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월 </a:t>
            </a:r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9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일까지 프레임</a:t>
            </a:r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,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타임라인</a:t>
            </a:r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,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파일 입출력</a:t>
            </a:r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,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동영상 인코딩 기능 개발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5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월부터 메인기능 개발 예정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DB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연동할 인원 </a:t>
            </a:r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1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명 추후에 정하고</a:t>
            </a:r>
            <a:r>
              <a:rPr lang="en-US" altLang="ko-KR" dirty="0">
                <a:latin typeface="HY강M" panose="02030600000101010101" pitchFamily="18" charset="-127"/>
                <a:ea typeface="HY강M" panose="02030600000101010101" pitchFamily="18" charset="-127"/>
              </a:rPr>
              <a:t>, 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구글 드라이브로 </a:t>
            </a:r>
            <a:r>
              <a:rPr lang="ko-KR" altLang="en-US" dirty="0" err="1">
                <a:latin typeface="HY강M" panose="02030600000101010101" pitchFamily="18" charset="-127"/>
                <a:ea typeface="HY강M" panose="02030600000101010101" pitchFamily="18" charset="-127"/>
              </a:rPr>
              <a:t>쉐어링</a:t>
            </a:r>
            <a:r>
              <a:rPr lang="ko-KR" altLang="en-US" dirty="0">
                <a:latin typeface="HY강M" panose="02030600000101010101" pitchFamily="18" charset="-127"/>
                <a:ea typeface="HY강M" panose="02030600000101010101" pitchFamily="18" charset="-127"/>
              </a:rPr>
              <a:t> 예정</a:t>
            </a:r>
            <a:endParaRPr lang="en-US" altLang="ko-KR" dirty="0">
              <a:latin typeface="HY강M" panose="02030600000101010101" pitchFamily="18" charset="-127"/>
              <a:ea typeface="HY강M" panose="02030600000101010101" pitchFamily="18" charset="-127"/>
            </a:endParaRPr>
          </a:p>
          <a:p>
            <a:endParaRPr lang="ko-KR" altLang="en-US" dirty="0">
              <a:latin typeface="HY강M" panose="02030600000101010101" pitchFamily="18" charset="-127"/>
              <a:ea typeface="HY강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293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94EA769-BC9E-4886-8898-06E8B396ABAD}"/>
              </a:ext>
            </a:extLst>
          </p:cNvPr>
          <p:cNvSpPr/>
          <p:nvPr/>
        </p:nvSpPr>
        <p:spPr>
          <a:xfrm>
            <a:off x="4192048" y="2644170"/>
            <a:ext cx="380790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Q&amp;A</a:t>
            </a:r>
            <a:endParaRPr lang="en-US" altLang="ko-KR" sz="9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9006589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93_TF33552983" id="{F7E6EDE5-4D39-4CA7-9A7F-B210D5351F6C}" vid="{24018303-16E8-468E-9E09-DF107F743767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{5D549D02-E9A2-4148-8A51-1A4E45385673}tf33552983_win32</Template>
  <TotalTime>512</TotalTime>
  <Words>273</Words>
  <Application>Microsoft Office PowerPoint</Application>
  <PresentationFormat>와이드스크린</PresentationFormat>
  <Paragraphs>86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HY강M</vt:lpstr>
      <vt:lpstr>Malgun Gothic</vt:lpstr>
      <vt:lpstr>Calibri</vt:lpstr>
      <vt:lpstr>Franklin Gothic Book</vt:lpstr>
      <vt:lpstr>Wingdings 2</vt:lpstr>
      <vt:lpstr>DividendVTI</vt:lpstr>
      <vt:lpstr>인터렉티브 플레이툰 제작 솔루션 개발 및 플레이툰 콘텐츠 개발 - 그래피툰</vt:lpstr>
      <vt:lpstr>목차</vt:lpstr>
      <vt:lpstr>프로젝트 분석 및 설계 내용</vt:lpstr>
      <vt:lpstr>프로젝트 분석 및 설계 내용</vt:lpstr>
      <vt:lpstr>프로젝트 분석 및 설계 내용</vt:lpstr>
      <vt:lpstr>프로젝트 분석 및 설계 내용</vt:lpstr>
      <vt:lpstr>진행상황</vt:lpstr>
      <vt:lpstr>진행상황</vt:lpstr>
      <vt:lpstr>진행상황</vt:lpstr>
      <vt:lpstr>진행상황</vt:lpstr>
      <vt:lpstr>이슈사항 및 해결방안</vt:lpstr>
      <vt:lpstr>추후 일정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pjy2421 pjy2421</dc:creator>
  <cp:lastModifiedBy>pjy2421 pjy2421</cp:lastModifiedBy>
  <cp:revision>32</cp:revision>
  <dcterms:created xsi:type="dcterms:W3CDTF">2021-04-03T04:36:52Z</dcterms:created>
  <dcterms:modified xsi:type="dcterms:W3CDTF">2021-04-03T13:18:20Z</dcterms:modified>
</cp:coreProperties>
</file>